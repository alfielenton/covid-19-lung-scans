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ie Lenton" userId="b2f92c701f932ed9" providerId="LiveId" clId="{7882D4FB-07E2-4B9C-9DD8-97BB44107B1B}"/>
    <pc:docChg chg="undo custSel addSld delSld modSld">
      <pc:chgData name="Alfie Lenton" userId="b2f92c701f932ed9" providerId="LiveId" clId="{7882D4FB-07E2-4B9C-9DD8-97BB44107B1B}" dt="2025-12-13T00:36:44.124" v="4313" actId="2696"/>
      <pc:docMkLst>
        <pc:docMk/>
      </pc:docMkLst>
      <pc:sldChg chg="addSp modSp add mod modTransition setBg">
        <pc:chgData name="Alfie Lenton" userId="b2f92c701f932ed9" providerId="LiveId" clId="{7882D4FB-07E2-4B9C-9DD8-97BB44107B1B}" dt="2025-11-26T11:10:31.400" v="3665" actId="20577"/>
        <pc:sldMkLst>
          <pc:docMk/>
          <pc:sldMk cId="2925758027" sldId="257"/>
        </pc:sldMkLst>
        <pc:spChg chg="mod">
          <ac:chgData name="Alfie Lenton" userId="b2f92c701f932ed9" providerId="LiveId" clId="{7882D4FB-07E2-4B9C-9DD8-97BB44107B1B}" dt="2025-11-24T22:15:58.743" v="41" actId="20577"/>
          <ac:spMkLst>
            <pc:docMk/>
            <pc:sldMk cId="2925758027" sldId="257"/>
            <ac:spMk id="2" creationId="{2AE679B3-9AFC-4AD9-0B4C-9760AB9150C3}"/>
          </ac:spMkLst>
        </pc:spChg>
        <pc:spChg chg="mod">
          <ac:chgData name="Alfie Lenton" userId="b2f92c701f932ed9" providerId="LiveId" clId="{7882D4FB-07E2-4B9C-9DD8-97BB44107B1B}" dt="2025-11-26T11:10:31.400" v="3665" actId="20577"/>
          <ac:spMkLst>
            <pc:docMk/>
            <pc:sldMk cId="2925758027" sldId="257"/>
            <ac:spMk id="4" creationId="{AD214A93-FDBE-37A4-0E8A-7A964EE52839}"/>
          </ac:spMkLst>
        </pc:spChg>
        <pc:spChg chg="add">
          <ac:chgData name="Alfie Lenton" userId="b2f92c701f932ed9" providerId="LiveId" clId="{7882D4FB-07E2-4B9C-9DD8-97BB44107B1B}" dt="2025-11-24T22:14:36.256" v="1" actId="48537"/>
          <ac:spMkLst>
            <pc:docMk/>
            <pc:sldMk cId="2925758027" sldId="257"/>
            <ac:spMk id="10" creationId="{5E8D3B17-7638-DFD3-18E4-8A6D611749CF}"/>
          </ac:spMkLst>
        </pc:spChg>
        <pc:picChg chg="mod">
          <ac:chgData name="Alfie Lenton" userId="b2f92c701f932ed9" providerId="LiveId" clId="{7882D4FB-07E2-4B9C-9DD8-97BB44107B1B}" dt="2025-11-24T22:28:08.861" v="302" actId="1076"/>
          <ac:picMkLst>
            <pc:docMk/>
            <pc:sldMk cId="2925758027" sldId="257"/>
            <ac:picMk id="5" creationId="{18F87405-F254-4903-AC70-7824F4AE44CB}"/>
          </ac:picMkLst>
        </pc:picChg>
      </pc:sldChg>
      <pc:sldChg chg="addSp delSp modSp new add del mod">
        <pc:chgData name="Alfie Lenton" userId="b2f92c701f932ed9" providerId="LiveId" clId="{7882D4FB-07E2-4B9C-9DD8-97BB44107B1B}" dt="2025-12-13T00:36:38.754" v="4312" actId="2696"/>
        <pc:sldMkLst>
          <pc:docMk/>
          <pc:sldMk cId="1666414207" sldId="258"/>
        </pc:sldMkLst>
        <pc:spChg chg="add mod">
          <ac:chgData name="Alfie Lenton" userId="b2f92c701f932ed9" providerId="LiveId" clId="{7882D4FB-07E2-4B9C-9DD8-97BB44107B1B}" dt="2025-11-26T11:11:05.413" v="3734" actId="20577"/>
          <ac:spMkLst>
            <pc:docMk/>
            <pc:sldMk cId="1666414207" sldId="258"/>
            <ac:spMk id="6" creationId="{4083739D-D155-7EB7-F837-ED8250437EE7}"/>
          </ac:spMkLst>
        </pc:spChg>
        <pc:spChg chg="add mod">
          <ac:chgData name="Alfie Lenton" userId="b2f92c701f932ed9" providerId="LiveId" clId="{7882D4FB-07E2-4B9C-9DD8-97BB44107B1B}" dt="2025-11-25T11:53:36.142" v="339" actId="1076"/>
          <ac:spMkLst>
            <pc:docMk/>
            <pc:sldMk cId="1666414207" sldId="258"/>
            <ac:spMk id="8" creationId="{DEDA8DFA-9F8D-154F-15E0-9442D073253B}"/>
          </ac:spMkLst>
        </pc:spChg>
        <pc:picChg chg="add mod">
          <ac:chgData name="Alfie Lenton" userId="b2f92c701f932ed9" providerId="LiveId" clId="{7882D4FB-07E2-4B9C-9DD8-97BB44107B1B}" dt="2025-11-25T23:18:18.610" v="347" actId="1076"/>
          <ac:picMkLst>
            <pc:docMk/>
            <pc:sldMk cId="1666414207" sldId="258"/>
            <ac:picMk id="3" creationId="{ACD70943-913D-FAF2-07CB-870DFB623313}"/>
          </ac:picMkLst>
        </pc:picChg>
        <pc:picChg chg="add del mod">
          <ac:chgData name="Alfie Lenton" userId="b2f92c701f932ed9" providerId="LiveId" clId="{7882D4FB-07E2-4B9C-9DD8-97BB44107B1B}" dt="2025-11-25T23:29:27.445" v="517" actId="21"/>
          <ac:picMkLst>
            <pc:docMk/>
            <pc:sldMk cId="1666414207" sldId="258"/>
            <ac:picMk id="5" creationId="{27BBC059-DEB2-4FEF-E89D-02AE7697DFE9}"/>
          </ac:picMkLst>
        </pc:picChg>
        <pc:picChg chg="add mod">
          <ac:chgData name="Alfie Lenton" userId="b2f92c701f932ed9" providerId="LiveId" clId="{7882D4FB-07E2-4B9C-9DD8-97BB44107B1B}" dt="2025-11-26T00:40:48.496" v="3382" actId="14100"/>
          <ac:picMkLst>
            <pc:docMk/>
            <pc:sldMk cId="1666414207" sldId="258"/>
            <ac:picMk id="9" creationId="{6D6B4842-4A03-CA48-33D5-E0ACBC9C9183}"/>
          </ac:picMkLst>
        </pc:picChg>
      </pc:sldChg>
      <pc:sldChg chg="addSp delSp modSp new mod">
        <pc:chgData name="Alfie Lenton" userId="b2f92c701f932ed9" providerId="LiveId" clId="{7882D4FB-07E2-4B9C-9DD8-97BB44107B1B}" dt="2025-11-26T11:17:30.286" v="3767" actId="20577"/>
        <pc:sldMkLst>
          <pc:docMk/>
          <pc:sldMk cId="32752938" sldId="259"/>
        </pc:sldMkLst>
        <pc:spChg chg="add mod">
          <ac:chgData name="Alfie Lenton" userId="b2f92c701f932ed9" providerId="LiveId" clId="{7882D4FB-07E2-4B9C-9DD8-97BB44107B1B}" dt="2025-11-25T23:31:04.216" v="547" actId="20577"/>
          <ac:spMkLst>
            <pc:docMk/>
            <pc:sldMk cId="32752938" sldId="259"/>
            <ac:spMk id="7" creationId="{2F95B03B-D44D-5993-BC80-BFAD3E6BAA7E}"/>
          </ac:spMkLst>
        </pc:spChg>
        <pc:spChg chg="add mod">
          <ac:chgData name="Alfie Lenton" userId="b2f92c701f932ed9" providerId="LiveId" clId="{7882D4FB-07E2-4B9C-9DD8-97BB44107B1B}" dt="2025-11-25T23:37:17.186" v="688" actId="20577"/>
          <ac:spMkLst>
            <pc:docMk/>
            <pc:sldMk cId="32752938" sldId="259"/>
            <ac:spMk id="8" creationId="{E052359F-27B4-4483-C1B6-EB36C4C152B7}"/>
          </ac:spMkLst>
        </pc:spChg>
        <pc:spChg chg="add mod">
          <ac:chgData name="Alfie Lenton" userId="b2f92c701f932ed9" providerId="LiveId" clId="{7882D4FB-07E2-4B9C-9DD8-97BB44107B1B}" dt="2025-11-26T11:17:30.286" v="3767" actId="20577"/>
          <ac:spMkLst>
            <pc:docMk/>
            <pc:sldMk cId="32752938" sldId="259"/>
            <ac:spMk id="10" creationId="{5E7CD733-380A-B423-E800-71B82E298273}"/>
          </ac:spMkLst>
        </pc:spChg>
        <pc:graphicFrameChg chg="add mod modGraphic">
          <ac:chgData name="Alfie Lenton" userId="b2f92c701f932ed9" providerId="LiveId" clId="{7882D4FB-07E2-4B9C-9DD8-97BB44107B1B}" dt="2025-11-25T23:39:12.359" v="758" actId="20577"/>
          <ac:graphicFrameMkLst>
            <pc:docMk/>
            <pc:sldMk cId="32752938" sldId="259"/>
            <ac:graphicFrameMk id="9" creationId="{E3B31BFE-A28C-1C14-3063-75DD13B365ED}"/>
          </ac:graphicFrameMkLst>
        </pc:graphicFrameChg>
        <pc:picChg chg="add mod">
          <ac:chgData name="Alfie Lenton" userId="b2f92c701f932ed9" providerId="LiveId" clId="{7882D4FB-07E2-4B9C-9DD8-97BB44107B1B}" dt="2025-11-25T23:30:04.341" v="523"/>
          <ac:picMkLst>
            <pc:docMk/>
            <pc:sldMk cId="32752938" sldId="259"/>
            <ac:picMk id="5" creationId="{FE3A58F7-0D01-EF9F-62CA-CF65667EE26E}"/>
          </ac:picMkLst>
        </pc:picChg>
      </pc:sldChg>
      <pc:sldChg chg="addSp delSp modSp new mod">
        <pc:chgData name="Alfie Lenton" userId="b2f92c701f932ed9" providerId="LiveId" clId="{7882D4FB-07E2-4B9C-9DD8-97BB44107B1B}" dt="2025-11-26T11:20:43.784" v="3927" actId="20577"/>
        <pc:sldMkLst>
          <pc:docMk/>
          <pc:sldMk cId="3594839910" sldId="260"/>
        </pc:sldMkLst>
        <pc:spChg chg="add mod">
          <ac:chgData name="Alfie Lenton" userId="b2f92c701f932ed9" providerId="LiveId" clId="{7882D4FB-07E2-4B9C-9DD8-97BB44107B1B}" dt="2025-11-25T23:43:20.854" v="1007" actId="20577"/>
          <ac:spMkLst>
            <pc:docMk/>
            <pc:sldMk cId="3594839910" sldId="260"/>
            <ac:spMk id="6" creationId="{B483BD97-C08B-ADFC-1185-E51C257829EE}"/>
          </ac:spMkLst>
        </pc:spChg>
        <pc:spChg chg="add mod">
          <ac:chgData name="Alfie Lenton" userId="b2f92c701f932ed9" providerId="LiveId" clId="{7882D4FB-07E2-4B9C-9DD8-97BB44107B1B}" dt="2025-11-26T11:20:43.784" v="3927" actId="20577"/>
          <ac:spMkLst>
            <pc:docMk/>
            <pc:sldMk cId="3594839910" sldId="260"/>
            <ac:spMk id="7" creationId="{C35DDDBF-4A37-1F26-0E40-A0D781E429AD}"/>
          </ac:spMkLst>
        </pc:spChg>
        <pc:picChg chg="add mod">
          <ac:chgData name="Alfie Lenton" userId="b2f92c701f932ed9" providerId="LiveId" clId="{7882D4FB-07E2-4B9C-9DD8-97BB44107B1B}" dt="2025-11-25T23:42:55.886" v="980"/>
          <ac:picMkLst>
            <pc:docMk/>
            <pc:sldMk cId="3594839910" sldId="260"/>
            <ac:picMk id="5" creationId="{B0B39166-C3B2-3A4B-8385-31457C91AA96}"/>
          </ac:picMkLst>
        </pc:picChg>
      </pc:sldChg>
      <pc:sldChg chg="addSp delSp modSp new mod">
        <pc:chgData name="Alfie Lenton" userId="b2f92c701f932ed9" providerId="LiveId" clId="{7882D4FB-07E2-4B9C-9DD8-97BB44107B1B}" dt="2025-11-26T11:22:05.391" v="4074" actId="1076"/>
        <pc:sldMkLst>
          <pc:docMk/>
          <pc:sldMk cId="3230060314" sldId="261"/>
        </pc:sldMkLst>
        <pc:spChg chg="add mod">
          <ac:chgData name="Alfie Lenton" userId="b2f92c701f932ed9" providerId="LiveId" clId="{7882D4FB-07E2-4B9C-9DD8-97BB44107B1B}" dt="2025-11-25T23:55:04.693" v="1844" actId="20577"/>
          <ac:spMkLst>
            <pc:docMk/>
            <pc:sldMk cId="3230060314" sldId="261"/>
            <ac:spMk id="6" creationId="{AA65782F-C523-C15F-5C06-2E412F5FDA9E}"/>
          </ac:spMkLst>
        </pc:spChg>
        <pc:spChg chg="add mod">
          <ac:chgData name="Alfie Lenton" userId="b2f92c701f932ed9" providerId="LiveId" clId="{7882D4FB-07E2-4B9C-9DD8-97BB44107B1B}" dt="2025-11-26T11:22:05.391" v="4074" actId="1076"/>
          <ac:spMkLst>
            <pc:docMk/>
            <pc:sldMk cId="3230060314" sldId="261"/>
            <ac:spMk id="11" creationId="{3E502977-F78C-5B19-4265-4CFD2B7E3856}"/>
          </ac:spMkLst>
        </pc:spChg>
        <pc:picChg chg="add mod">
          <ac:chgData name="Alfie Lenton" userId="b2f92c701f932ed9" providerId="LiveId" clId="{7882D4FB-07E2-4B9C-9DD8-97BB44107B1B}" dt="2025-11-26T00:11:01.109" v="2558" actId="14100"/>
          <ac:picMkLst>
            <pc:docMk/>
            <pc:sldMk cId="3230060314" sldId="261"/>
            <ac:picMk id="5" creationId="{64BB41E5-87DA-4F60-5B09-16CDE80A60F1}"/>
          </ac:picMkLst>
        </pc:picChg>
        <pc:picChg chg="add mod">
          <ac:chgData name="Alfie Lenton" userId="b2f92c701f932ed9" providerId="LiveId" clId="{7882D4FB-07E2-4B9C-9DD8-97BB44107B1B}" dt="2025-11-26T00:00:44.474" v="1849" actId="1076"/>
          <ac:picMkLst>
            <pc:docMk/>
            <pc:sldMk cId="3230060314" sldId="261"/>
            <ac:picMk id="8" creationId="{314C3C7A-0053-8B8F-E85A-8A175DD4E0E7}"/>
          </ac:picMkLst>
        </pc:picChg>
        <pc:picChg chg="add mod">
          <ac:chgData name="Alfie Lenton" userId="b2f92c701f932ed9" providerId="LiveId" clId="{7882D4FB-07E2-4B9C-9DD8-97BB44107B1B}" dt="2025-11-26T00:01:14.332" v="1854" actId="1076"/>
          <ac:picMkLst>
            <pc:docMk/>
            <pc:sldMk cId="3230060314" sldId="261"/>
            <ac:picMk id="10" creationId="{2F8FA3C2-4E38-72D1-C393-3DE4181832E9}"/>
          </ac:picMkLst>
        </pc:picChg>
      </pc:sldChg>
      <pc:sldChg chg="addSp delSp modSp new mod">
        <pc:chgData name="Alfie Lenton" userId="b2f92c701f932ed9" providerId="LiveId" clId="{7882D4FB-07E2-4B9C-9DD8-97BB44107B1B}" dt="2025-11-26T11:23:59.054" v="4252" actId="1076"/>
        <pc:sldMkLst>
          <pc:docMk/>
          <pc:sldMk cId="831870716" sldId="262"/>
        </pc:sldMkLst>
        <pc:spChg chg="add mod">
          <ac:chgData name="Alfie Lenton" userId="b2f92c701f932ed9" providerId="LiveId" clId="{7882D4FB-07E2-4B9C-9DD8-97BB44107B1B}" dt="2025-11-26T00:09:43.567" v="2556" actId="20577"/>
          <ac:spMkLst>
            <pc:docMk/>
            <pc:sldMk cId="831870716" sldId="262"/>
            <ac:spMk id="6" creationId="{E028162E-865D-CA9D-E810-058DD51A94D9}"/>
          </ac:spMkLst>
        </pc:spChg>
        <pc:spChg chg="add mod">
          <ac:chgData name="Alfie Lenton" userId="b2f92c701f932ed9" providerId="LiveId" clId="{7882D4FB-07E2-4B9C-9DD8-97BB44107B1B}" dt="2025-11-26T11:23:59.054" v="4252" actId="1076"/>
          <ac:spMkLst>
            <pc:docMk/>
            <pc:sldMk cId="831870716" sldId="262"/>
            <ac:spMk id="7" creationId="{DEED9CB7-843E-A7E2-BDD9-325E6D749CEB}"/>
          </ac:spMkLst>
        </pc:spChg>
        <pc:picChg chg="add mod">
          <ac:chgData name="Alfie Lenton" userId="b2f92c701f932ed9" providerId="LiveId" clId="{7882D4FB-07E2-4B9C-9DD8-97BB44107B1B}" dt="2025-11-26T00:09:21.790" v="2534"/>
          <ac:picMkLst>
            <pc:docMk/>
            <pc:sldMk cId="831870716" sldId="262"/>
            <ac:picMk id="5" creationId="{709A16FA-76FE-24FD-CF6C-0B21728913EE}"/>
          </ac:picMkLst>
        </pc:picChg>
        <pc:picChg chg="add mod modCrop">
          <ac:chgData name="Alfie Lenton" userId="b2f92c701f932ed9" providerId="LiveId" clId="{7882D4FB-07E2-4B9C-9DD8-97BB44107B1B}" dt="2025-11-26T00:27:25.138" v="3013" actId="14100"/>
          <ac:picMkLst>
            <pc:docMk/>
            <pc:sldMk cId="831870716" sldId="262"/>
            <ac:picMk id="9" creationId="{F70033CA-7EA0-36CF-FC8C-A45A2CD60A40}"/>
          </ac:picMkLst>
        </pc:picChg>
        <pc:picChg chg="add mod modCrop">
          <ac:chgData name="Alfie Lenton" userId="b2f92c701f932ed9" providerId="LiveId" clId="{7882D4FB-07E2-4B9C-9DD8-97BB44107B1B}" dt="2025-11-26T00:35:45.276" v="3177" actId="1076"/>
          <ac:picMkLst>
            <pc:docMk/>
            <pc:sldMk cId="831870716" sldId="262"/>
            <ac:picMk id="11" creationId="{136B0CE8-EAF0-070B-2AED-C111900CFF18}"/>
          </ac:picMkLst>
        </pc:picChg>
      </pc:sldChg>
      <pc:sldChg chg="addSp delSp modSp new mod">
        <pc:chgData name="Alfie Lenton" userId="b2f92c701f932ed9" providerId="LiveId" clId="{7882D4FB-07E2-4B9C-9DD8-97BB44107B1B}" dt="2025-11-26T11:39:07.857" v="4309" actId="20577"/>
        <pc:sldMkLst>
          <pc:docMk/>
          <pc:sldMk cId="1260821946" sldId="263"/>
        </pc:sldMkLst>
        <pc:spChg chg="add mod">
          <ac:chgData name="Alfie Lenton" userId="b2f92c701f932ed9" providerId="LiveId" clId="{7882D4FB-07E2-4B9C-9DD8-97BB44107B1B}" dt="2025-11-26T00:45:43.045" v="3411" actId="20577"/>
          <ac:spMkLst>
            <pc:docMk/>
            <pc:sldMk cId="1260821946" sldId="263"/>
            <ac:spMk id="6" creationId="{033A7BA3-9543-28E3-43CE-D60A4F77B588}"/>
          </ac:spMkLst>
        </pc:spChg>
        <pc:spChg chg="add mod">
          <ac:chgData name="Alfie Lenton" userId="b2f92c701f932ed9" providerId="LiveId" clId="{7882D4FB-07E2-4B9C-9DD8-97BB44107B1B}" dt="2025-11-26T11:39:07.857" v="4309" actId="20577"/>
          <ac:spMkLst>
            <pc:docMk/>
            <pc:sldMk cId="1260821946" sldId="263"/>
            <ac:spMk id="7" creationId="{D52B3850-71B3-C8EB-05BD-350ACA3C4119}"/>
          </ac:spMkLst>
        </pc:spChg>
        <pc:picChg chg="add mod">
          <ac:chgData name="Alfie Lenton" userId="b2f92c701f932ed9" providerId="LiveId" clId="{7882D4FB-07E2-4B9C-9DD8-97BB44107B1B}" dt="2025-11-26T00:44:07.402" v="3388" actId="1076"/>
          <ac:picMkLst>
            <pc:docMk/>
            <pc:sldMk cId="1260821946" sldId="263"/>
            <ac:picMk id="5" creationId="{0A2CB9E2-9FAD-58DC-5122-9440B15C4728}"/>
          </ac:picMkLst>
        </pc:picChg>
      </pc:sldChg>
      <pc:sldChg chg="new del">
        <pc:chgData name="Alfie Lenton" userId="b2f92c701f932ed9" providerId="LiveId" clId="{7882D4FB-07E2-4B9C-9DD8-97BB44107B1B}" dt="2025-12-13T00:36:44.124" v="4313" actId="2696"/>
        <pc:sldMkLst>
          <pc:docMk/>
          <pc:sldMk cId="3085262024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1EA05-168A-4976-99D7-403EF40246BA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A0E55-3D53-4E16-AF78-793D3B625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545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Image source: Microsoft 365 content library
A simple title page design uses minimal elements to create a professional look. Choose a clear, bold font for the title to ensure readability. Incorporate ample white space and subtle colors, keeping the design uncluttered and focused for a strong first impression.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53EE0-7754-4DDC-B0DA-AD8D7A5EB80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868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2ABB-F7FD-0F06-F16D-0F7793A50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C3F8F-79F3-4CF5-17A9-A7A268E82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7FF7-89BF-1066-2C5D-D9C96BE2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931A2-4EA3-D133-8724-C97D3815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DDDD8-5F01-6912-05FC-365154ED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43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B9B1-3814-797F-24F2-951A224D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0C525-90D6-C2B6-9DE1-2BC4B4DE0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555C3-4B61-66D6-1853-1E7FE6DF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4CB6C-AA0F-D934-CE4F-57BBF11B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3D10A-4E33-293A-96D3-74C8D83B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10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97D6-5967-DF29-D0A4-7432A0CAD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7E67F-C42D-4AF7-38C4-D6B0431F2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92D5B-DF4A-C86B-DAB2-EC8B8153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F643-65CD-9D90-4938-154CB170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D2CAB-0B23-A52B-1F84-60354C2D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71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CD95-8B7E-CB8D-4612-1A527F78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5DA01-2483-104E-6213-91D41C3E1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C32D6-E05E-DA02-CAD9-44DC1BB3E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04AFE-CB05-F244-36D1-9C8885F9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7E2C3-252A-AE70-1B34-45EB1167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0D8A6-1F08-D07D-7B7C-2DBC325A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3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9479-FDFC-CC83-6E96-20B46839C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EA193-05CA-F4D9-FBF3-11FAA2A11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DE6D7-1C4B-8277-B272-F9971609E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2C427F-0078-A7A2-E921-4139D519C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10917-F7D8-0873-808B-9984DEB8C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A89B08-1976-2EB3-C787-206025C1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F7814-0F8D-B2FA-73BE-0F7936D89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D5A44A-5E81-3735-86D7-D06ADA33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1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FA1C-78DD-5762-0D18-4C2822E5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61F5B4-0EE7-3F44-8AB8-F98D6DCD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C9F75-1066-4E01-AB21-A8D27B3B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4ED21-169C-D571-13BA-669326B7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33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36ABEB-5321-AC00-4890-E6B42A7C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58639-0596-7079-03AD-03774CD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9D010-C146-4E7F-A1ED-5688ACB17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112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07083-4D14-8334-EF70-9210CD6D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2AE8-4E31-AB1E-139B-B2F0FE19E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AEEB6-33DE-85BD-4353-E506785E4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14CF7-B795-A96D-BAFA-E8F944F2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4707C-1BA2-08A4-FB13-C08AED62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AAD47-B4C1-BE1E-79EA-676257DC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68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9CD8C-2515-D5EC-0E0F-F2E05DEA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13359-F1D2-1C6C-28A7-95D23541D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F219D-0398-D7C9-8048-91C34565F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BC43F-5D26-3655-0207-66A027A17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D365C-7836-ECE0-AFEE-776A2377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2796-5F06-EA8D-5328-94BE2211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17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785-7641-5F37-42B1-2685BA3E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2C94F-9923-743E-1C69-34E280633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6A45C-55D3-7204-446D-9455D2B7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63811-B7BB-8BCE-5E55-F9C1D20F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1B2E4-7475-95A7-31C8-ED290A069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32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48A6C-CB53-EE29-BEEC-665949A4B5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5FA60-2EE7-E261-DF71-3124CF079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9AD2C-2F85-E643-979C-19C0F06A4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B5A41-7D63-D235-63CB-5867EE30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0FBC3-BD23-9177-F386-DCFBD3E0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297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3BF31-836C-2F3E-0BBD-63CEFC37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2C8B7-53DB-686D-F90F-5692D22A1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36BAA-53B9-45CB-381D-CAEE21EE9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46749-E2A5-4C70-8E1E-55DD1236C08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14B50-AF14-37C9-6D1F-8CB40AF42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B0062-C958-CDC9-368C-50049514F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DC8DD-5D4E-416E-B644-12D34D93C4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3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679B3-9AFC-4AD9-0B4C-9760AB91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Analysis of CT Scans of Lungs with COVID</a:t>
            </a:r>
          </a:p>
        </p:txBody>
      </p:sp>
      <p:pic>
        <p:nvPicPr>
          <p:cNvPr id="5" name="Content Placeholder 4" descr="Business card template with clipping path. White business card stack on black, yellow and white background.">
            <a:extLst>
              <a:ext uri="{FF2B5EF4-FFF2-40B4-BE49-F238E27FC236}">
                <a16:creationId xmlns:a16="http://schemas.microsoft.com/office/drawing/2014/main" id="{18F87405-F254-4903-AC70-7824F4AE44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0707" r="31499" b="-1"/>
          <a:stretch>
            <a:fillRect/>
          </a:stretch>
        </p:blipFill>
        <p:spPr>
          <a:xfrm>
            <a:off x="0" y="0"/>
            <a:ext cx="4910308" cy="68579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14A93-FDBE-37A4-0E8A-7A964EE5283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8533" y="2734056"/>
            <a:ext cx="5916169" cy="357530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/>
              <a:t>Objective: Build a model that can predict whether a patient has COVID or not by their CT scans and explore how the model makes its predictions.</a:t>
            </a:r>
          </a:p>
        </p:txBody>
      </p:sp>
    </p:spTree>
    <p:extLst>
      <p:ext uri="{BB962C8B-B14F-4D97-AF65-F5344CB8AC3E}">
        <p14:creationId xmlns:p14="http://schemas.microsoft.com/office/powerpoint/2010/main" val="292575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close-up of a ct scan&#10;&#10;AI-generated content may be incorrect.">
            <a:extLst>
              <a:ext uri="{FF2B5EF4-FFF2-40B4-BE49-F238E27FC236}">
                <a16:creationId xmlns:a16="http://schemas.microsoft.com/office/drawing/2014/main" id="{ACD70943-913D-FAF2-07CB-870DFB6233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357" y="218660"/>
            <a:ext cx="1738519" cy="173851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BBC059-DEB2-4FEF-E89D-02AE7697D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0728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DA8DFA-9F8D-154F-15E0-9442D073253B}"/>
              </a:ext>
            </a:extLst>
          </p:cNvPr>
          <p:cNvSpPr txBox="1"/>
          <p:nvPr/>
        </p:nvSpPr>
        <p:spPr>
          <a:xfrm>
            <a:off x="5479774" y="1020417"/>
            <a:ext cx="6175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Dataset</a:t>
            </a:r>
            <a:endParaRPr lang="en-GB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3739D-D155-7EB7-F837-ED8250437EE7}"/>
              </a:ext>
            </a:extLst>
          </p:cNvPr>
          <p:cNvSpPr txBox="1"/>
          <p:nvPr/>
        </p:nvSpPr>
        <p:spPr>
          <a:xfrm>
            <a:off x="5406887" y="2339009"/>
            <a:ext cx="64405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consisted of CT Scans of lungs of patients with COVID (7495) and without COVID (944)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 of varying size and file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 were also cropped so that the lungs were the focal point of them</a:t>
            </a:r>
            <a:endParaRPr lang="en-GB" dirty="0"/>
          </a:p>
        </p:txBody>
      </p:sp>
      <p:pic>
        <p:nvPicPr>
          <p:cNvPr id="9" name="Picture 8" descr="A collage of images of a lung&#10;&#10;AI-generated content may be incorrect.">
            <a:extLst>
              <a:ext uri="{FF2B5EF4-FFF2-40B4-BE49-F238E27FC236}">
                <a16:creationId xmlns:a16="http://schemas.microsoft.com/office/drawing/2014/main" id="{6D6B4842-4A03-CA48-33D5-E0ACBC9C91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89" y="4287186"/>
            <a:ext cx="1893004" cy="251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1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3A58F7-0D01-EF9F-62CA-CF65667EE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0728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95B03B-D44D-5993-BC80-BFAD3E6BAA7E}"/>
              </a:ext>
            </a:extLst>
          </p:cNvPr>
          <p:cNvSpPr txBox="1"/>
          <p:nvPr/>
        </p:nvSpPr>
        <p:spPr>
          <a:xfrm>
            <a:off x="5658678" y="622852"/>
            <a:ext cx="573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CNN Structure</a:t>
            </a:r>
            <a:endParaRPr lang="en-GB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52359F-27B4-4483-C1B6-EB36C4C152B7}"/>
              </a:ext>
            </a:extLst>
          </p:cNvPr>
          <p:cNvSpPr txBox="1"/>
          <p:nvPr/>
        </p:nvSpPr>
        <p:spPr>
          <a:xfrm>
            <a:off x="5473148" y="1749287"/>
            <a:ext cx="6301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convolutional layers, each with a dropout and a </a:t>
            </a:r>
            <a:r>
              <a:rPr lang="en-US" dirty="0" err="1"/>
              <a:t>ReLU</a:t>
            </a:r>
            <a:r>
              <a:rPr lang="en-US" dirty="0"/>
              <a:t> activation between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data had one channel and was of size 512x512</a:t>
            </a:r>
            <a:endParaRPr lang="en-GB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B31BFE-A28C-1C14-3063-75DD13B36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137684"/>
              </p:ext>
            </p:extLst>
          </p:nvPr>
        </p:nvGraphicFramePr>
        <p:xfrm>
          <a:off x="5296230" y="2781653"/>
          <a:ext cx="630140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352">
                  <a:extLst>
                    <a:ext uri="{9D8B030D-6E8A-4147-A177-3AD203B41FA5}">
                      <a16:colId xmlns:a16="http://schemas.microsoft.com/office/drawing/2014/main" val="2338880287"/>
                    </a:ext>
                  </a:extLst>
                </a:gridCol>
                <a:gridCol w="1575352">
                  <a:extLst>
                    <a:ext uri="{9D8B030D-6E8A-4147-A177-3AD203B41FA5}">
                      <a16:colId xmlns:a16="http://schemas.microsoft.com/office/drawing/2014/main" val="3711533980"/>
                    </a:ext>
                  </a:extLst>
                </a:gridCol>
                <a:gridCol w="1575352">
                  <a:extLst>
                    <a:ext uri="{9D8B030D-6E8A-4147-A177-3AD203B41FA5}">
                      <a16:colId xmlns:a16="http://schemas.microsoft.com/office/drawing/2014/main" val="1960436950"/>
                    </a:ext>
                  </a:extLst>
                </a:gridCol>
                <a:gridCol w="1575352">
                  <a:extLst>
                    <a:ext uri="{9D8B030D-6E8A-4147-A177-3AD203B41FA5}">
                      <a16:colId xmlns:a16="http://schemas.microsoft.com/office/drawing/2014/main" val="3431817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 channel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 Size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Stride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980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00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138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05291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E7CD733-380A-B423-E800-71B82E298273}"/>
              </a:ext>
            </a:extLst>
          </p:cNvPr>
          <p:cNvSpPr txBox="1"/>
          <p:nvPr/>
        </p:nvSpPr>
        <p:spPr>
          <a:xfrm>
            <a:off x="5499652" y="4750904"/>
            <a:ext cx="6301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fully connected layers with intervening size of 512 and a single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Predicts probability of COVID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structures were tried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B39166-C3B2-3A4B-8385-31457C91A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0728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3BD97-C08B-ADFC-1185-E51C257829EE}"/>
              </a:ext>
            </a:extLst>
          </p:cNvPr>
          <p:cNvSpPr txBox="1"/>
          <p:nvPr/>
        </p:nvSpPr>
        <p:spPr>
          <a:xfrm>
            <a:off x="5583836" y="614597"/>
            <a:ext cx="6086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Model Training</a:t>
            </a:r>
            <a:endParaRPr lang="en-GB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DDDBF-4A37-1F26-0E40-A0D781E429AD}"/>
              </a:ext>
            </a:extLst>
          </p:cNvPr>
          <p:cNvSpPr txBox="1"/>
          <p:nvPr/>
        </p:nvSpPr>
        <p:spPr>
          <a:xfrm>
            <a:off x="5583836" y="1828800"/>
            <a:ext cx="60860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Imbalance of samples, weighted sampler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augmentation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Random Horizontal Flip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Random Vertical Flip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Random rotation (-15 </a:t>
            </a:r>
            <a:r>
              <a:rPr lang="en-GB" dirty="0" err="1"/>
              <a:t>deg</a:t>
            </a:r>
            <a:r>
              <a:rPr lang="en-GB" dirty="0"/>
              <a:t>, 15 </a:t>
            </a:r>
            <a:r>
              <a:rPr lang="en-GB" dirty="0" err="1"/>
              <a:t>deg</a:t>
            </a:r>
            <a:r>
              <a:rPr lang="en-GB" dirty="0"/>
              <a:t>)</a:t>
            </a:r>
          </a:p>
          <a:p>
            <a:pPr lvl="1"/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Uses Adam optimisation with a L2 regularisation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Loss function: Binary Cross Entropy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Validation dataset seemed unhelpful</a:t>
            </a:r>
          </a:p>
        </p:txBody>
      </p:sp>
    </p:spTree>
    <p:extLst>
      <p:ext uri="{BB962C8B-B14F-4D97-AF65-F5344CB8AC3E}">
        <p14:creationId xmlns:p14="http://schemas.microsoft.com/office/powerpoint/2010/main" val="359483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BB41E5-87DA-4F60-5B09-16CDE80A6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194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65782F-C523-C15F-5C06-2E412F5FDA9E}"/>
              </a:ext>
            </a:extLst>
          </p:cNvPr>
          <p:cNvSpPr txBox="1"/>
          <p:nvPr/>
        </p:nvSpPr>
        <p:spPr>
          <a:xfrm>
            <a:off x="5456420" y="412230"/>
            <a:ext cx="6318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Model Evaluation</a:t>
            </a:r>
            <a:endParaRPr lang="en-GB" sz="3600" b="1" dirty="0"/>
          </a:p>
        </p:txBody>
      </p:sp>
      <p:pic>
        <p:nvPicPr>
          <p:cNvPr id="8" name="Picture 7" descr="A graph with a line&#10;&#10;AI-generated content may be incorrect.">
            <a:extLst>
              <a:ext uri="{FF2B5EF4-FFF2-40B4-BE49-F238E27FC236}">
                <a16:creationId xmlns:a16="http://schemas.microsoft.com/office/drawing/2014/main" id="{314C3C7A-0053-8B8F-E85A-8A175DD4E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539" y="827828"/>
            <a:ext cx="3241461" cy="2601172"/>
          </a:xfrm>
          <a:prstGeom prst="rect">
            <a:avLst/>
          </a:prstGeom>
        </p:spPr>
      </p:pic>
      <p:pic>
        <p:nvPicPr>
          <p:cNvPr id="10" name="Picture 9" descr="A graph with blue lines&#10;&#10;AI-generated content may be incorrect.">
            <a:extLst>
              <a:ext uri="{FF2B5EF4-FFF2-40B4-BE49-F238E27FC236}">
                <a16:creationId xmlns:a16="http://schemas.microsoft.com/office/drawing/2014/main" id="{2F8FA3C2-4E38-72D1-C393-3DE418183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352" y="3545174"/>
            <a:ext cx="3338648" cy="26011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502977-F78C-5B19-4265-4CFD2B7E3856}"/>
              </a:ext>
            </a:extLst>
          </p:cNvPr>
          <p:cNvSpPr txBox="1"/>
          <p:nvPr/>
        </p:nvSpPr>
        <p:spPr>
          <a:xfrm>
            <a:off x="5149121" y="1792085"/>
            <a:ext cx="37042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and precision in the range of 96-99%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part of accuracy could be attributed to imbalance 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performed on a reduced test </a:t>
            </a:r>
            <a:r>
              <a:rPr lang="en-US" dirty="0" err="1"/>
              <a:t>datset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and precision remained unchanged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06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9A16FA-76FE-24FD-CF6C-0B2172891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0728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28162E-865D-CA9D-E810-058DD51A94D9}"/>
              </a:ext>
            </a:extLst>
          </p:cNvPr>
          <p:cNvSpPr txBox="1"/>
          <p:nvPr/>
        </p:nvSpPr>
        <p:spPr>
          <a:xfrm>
            <a:off x="5411449" y="434715"/>
            <a:ext cx="6355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Model </a:t>
            </a:r>
            <a:r>
              <a:rPr lang="en-US" sz="3600" b="1" dirty="0" err="1"/>
              <a:t>Visualisation</a:t>
            </a:r>
            <a:endParaRPr lang="en-GB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D9CB7-843E-A7E2-BDD9-325E6D749CEB}"/>
              </a:ext>
            </a:extLst>
          </p:cNvPr>
          <p:cNvSpPr txBox="1"/>
          <p:nvPr/>
        </p:nvSpPr>
        <p:spPr>
          <a:xfrm>
            <a:off x="5314013" y="1886174"/>
            <a:ext cx="67605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Grad-CAM heatmaps were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initial training, images were not cropped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focused on irrelevant parts of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was retrained on cropped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Left shows images with cropping. Right shows images without cropping</a:t>
            </a:r>
            <a:endParaRPr lang="en-GB" dirty="0"/>
          </a:p>
        </p:txBody>
      </p:sp>
      <p:pic>
        <p:nvPicPr>
          <p:cNvPr id="9" name="Picture 8" descr="A collage of images of a person's body&#10;&#10;AI-generated content may be incorrect.">
            <a:extLst>
              <a:ext uri="{FF2B5EF4-FFF2-40B4-BE49-F238E27FC236}">
                <a16:creationId xmlns:a16="http://schemas.microsoft.com/office/drawing/2014/main" id="{F70033CA-7EA0-36CF-FC8C-A45A2CD60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68" r="21398"/>
          <a:stretch>
            <a:fillRect/>
          </a:stretch>
        </p:blipFill>
        <p:spPr>
          <a:xfrm>
            <a:off x="5314013" y="4452079"/>
            <a:ext cx="2426458" cy="2405921"/>
          </a:xfrm>
          <a:prstGeom prst="rect">
            <a:avLst/>
          </a:prstGeom>
        </p:spPr>
      </p:pic>
      <p:pic>
        <p:nvPicPr>
          <p:cNvPr id="11" name="Picture 10" descr="A collage of images of lungs&#10;&#10;AI-generated content may be incorrect.">
            <a:extLst>
              <a:ext uri="{FF2B5EF4-FFF2-40B4-BE49-F238E27FC236}">
                <a16:creationId xmlns:a16="http://schemas.microsoft.com/office/drawing/2014/main" id="{136B0CE8-EAF0-070B-2AED-C111900CF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4" r="19526"/>
          <a:stretch>
            <a:fillRect/>
          </a:stretch>
        </p:blipFill>
        <p:spPr>
          <a:xfrm>
            <a:off x="9428813" y="4448853"/>
            <a:ext cx="2548328" cy="241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7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2CB9E2-9FAD-58DC-5122-9440B15C4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0728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3A7BA3-9543-28E3-43CE-D60A4F77B588}"/>
              </a:ext>
            </a:extLst>
          </p:cNvPr>
          <p:cNvSpPr txBox="1"/>
          <p:nvPr/>
        </p:nvSpPr>
        <p:spPr>
          <a:xfrm>
            <a:off x="5366479" y="359764"/>
            <a:ext cx="6333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Technical Challenges</a:t>
            </a:r>
            <a:endParaRPr lang="en-GB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B3850-71B3-C8EB-05BD-350ACA3C4119}"/>
              </a:ext>
            </a:extLst>
          </p:cNvPr>
          <p:cNvSpPr txBox="1"/>
          <p:nvPr/>
        </p:nvSpPr>
        <p:spPr>
          <a:xfrm>
            <a:off x="5366479" y="1573967"/>
            <a:ext cx="6333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Despite cropping, for some images the model still paid attention to the very edges of the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Variance in images made the heatmaps difficult to interpret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Cleaning data to make it consistent was difficult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0821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PresentationFormat>Widescreen</PresentationFormat>
  <Paragraphs>55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Analysis of CT Scans of Lungs with COVID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Alfie Lenton</dc:creator>
  <cp:lastModifiedBy>Alfie Lenton</cp:lastModifiedBy>
  <cp:revision>1</cp:revision>
  <dcterms:created xsi:type="dcterms:W3CDTF">2025-11-24T21:27:38Z</dcterms:created>
  <dcterms:modified xsi:type="dcterms:W3CDTF">2025-12-13T00:36:54Z</dcterms:modified>
</cp:coreProperties>
</file>